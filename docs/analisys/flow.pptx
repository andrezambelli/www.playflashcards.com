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41"/>
    <p:restoredTop sz="94648"/>
  </p:normalViewPr>
  <p:slideViewPr>
    <p:cSldViewPr snapToGrid="0">
      <p:cViewPr varScale="1">
        <p:scale>
          <a:sx n="112" d="100"/>
          <a:sy n="112" d="100"/>
        </p:scale>
        <p:origin x="20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87161-9AA5-2D93-A086-54C532848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D89AE-9B81-0E06-0533-E6358A3C5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524D5-53CA-8B42-51CD-3D1AF371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FC88A-D487-3E4E-9C79-0E3F482595DA}" type="datetimeFigureOut">
              <a:rPr lang="en-BR" smtClean="0"/>
              <a:t>01/06/23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DBD64-88DE-C3E7-5425-F29332CA9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2FEC2-97C7-34F3-BFC4-0089D75DD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E1F-929B-FF47-A339-6C8BA71F786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47215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28BF-77EF-4B89-8D0D-F760DAA53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269BA-BA55-4254-CA59-7D53942D1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66D57-BE7E-7166-1232-0191185EE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FC88A-D487-3E4E-9C79-0E3F482595DA}" type="datetimeFigureOut">
              <a:rPr lang="en-BR" smtClean="0"/>
              <a:t>01/06/23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DD350-66B1-2B89-944A-732124845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FDF56-C720-A0BD-429F-89D53A601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E1F-929B-FF47-A339-6C8BA71F786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0862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71246-A0D2-274C-21E1-22FFCACC8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79D93-806A-1C4F-5F53-8B815F9A5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1E355-CDD9-D0DF-8FAD-6AB9EF72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FC88A-D487-3E4E-9C79-0E3F482595DA}" type="datetimeFigureOut">
              <a:rPr lang="en-BR" smtClean="0"/>
              <a:t>01/06/23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836E3-BBCF-6F60-3C01-4B1CD033F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B2266-33E3-8C76-9B66-E765EEA29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E1F-929B-FF47-A339-6C8BA71F786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412158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FAD14-2CD1-857E-225B-8A718D43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2183C-4D33-FB33-37A2-A8E1E5E514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C00AFB-C651-E054-E926-B63884510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9581D-E31D-ABDC-F9AC-8A9AE7D8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FC88A-D487-3E4E-9C79-0E3F482595DA}" type="datetimeFigureOut">
              <a:rPr lang="en-BR" smtClean="0"/>
              <a:t>01/06/23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64DC7-037F-0F42-3157-848CBC14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09F19-2E6E-5287-A8B4-4B9388F83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E1F-929B-FF47-A339-6C8BA71F786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367977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9B6A2-1F13-26DA-E6FD-64C51DA6D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16DDB-068E-E406-A9F2-FD1F89D1E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E7F89C-DA1F-CBBF-2500-6E98A94756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98F347-3105-85ED-0CC7-A0BA53194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FA22BA-45FD-886E-81B0-70FC4A68C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D793E6-573F-1318-3C1C-5B8C4400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FC88A-D487-3E4E-9C79-0E3F482595DA}" type="datetimeFigureOut">
              <a:rPr lang="en-BR" smtClean="0"/>
              <a:t>01/06/23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BE073-75EA-A410-1A71-D2C041A86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D98CF3-E042-76DA-E711-97288355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E1F-929B-FF47-A339-6C8BA71F786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7594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64BB-7052-C41C-752B-1124C220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D2A57C-4D7A-3A0A-D3A5-6A1971638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FC88A-D487-3E4E-9C79-0E3F482595DA}" type="datetimeFigureOut">
              <a:rPr lang="en-BR" smtClean="0"/>
              <a:t>01/06/23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0DE41-F0CB-7E6E-45F9-49DB830E3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6F7588-9D4B-F5FA-7FC0-96F5708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E1F-929B-FF47-A339-6C8BA71F786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1459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77DAA4-F0BB-35EB-3358-F6D80C150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FC88A-D487-3E4E-9C79-0E3F482595DA}" type="datetimeFigureOut">
              <a:rPr lang="en-BR" smtClean="0"/>
              <a:t>01/06/23</a:t>
            </a:fld>
            <a:endParaRPr lang="en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F46818-1D25-914B-BB5D-76A1FA3A8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BE333-467C-CA6C-F17D-FE305252A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E1F-929B-FF47-A339-6C8BA71F786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026503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DA9F3-8699-7F2C-242F-2E3EC5975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E7198-BB04-714A-98CD-CFC244A66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2BF76-3CEA-AD27-6018-51FE80986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5A6DD-5E07-83B6-AECB-4CC475BC5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FC88A-D487-3E4E-9C79-0E3F482595DA}" type="datetimeFigureOut">
              <a:rPr lang="en-BR" smtClean="0"/>
              <a:t>01/06/23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15E5C-BBAA-629F-90AA-D9AE5E7B3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BCC6F-F339-25DD-EDDB-ED293EF5A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E1F-929B-FF47-A339-6C8BA71F786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9718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0BE9-3A44-49DA-431C-6EFD119F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12C7F2-42E0-99DF-4015-4B3AD28871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00E26-072C-8BAE-6722-62A5B808B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350FC-96EB-47DA-2FC4-A2049F477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FC88A-D487-3E4E-9C79-0E3F482595DA}" type="datetimeFigureOut">
              <a:rPr lang="en-BR" smtClean="0"/>
              <a:t>01/06/23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630D8-7B35-C0F6-1CA2-A876D94F4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9E015-05B6-A39C-6792-510D0C1E4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E1F-929B-FF47-A339-6C8BA71F786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60356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3324-3170-F948-A126-6CC031F10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F8986-F40E-981A-9A8D-94D1E5822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B20ED-8BCB-855E-5A0F-CB697093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FC88A-D487-3E4E-9C79-0E3F482595DA}" type="datetimeFigureOut">
              <a:rPr lang="en-BR" smtClean="0"/>
              <a:t>01/06/23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14854-EFB5-0805-B216-54E9A46C9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13033-AB11-CA76-BCA3-4C20B26D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E1F-929B-FF47-A339-6C8BA71F786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715401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108A5-3616-7F2C-1B39-A4C997E30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286619-4564-0EEA-46FF-A29B13CD8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BBF42-C8E0-6F84-29DA-B3B8A6C15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FC88A-D487-3E4E-9C79-0E3F482595DA}" type="datetimeFigureOut">
              <a:rPr lang="en-BR" smtClean="0"/>
              <a:t>01/06/23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8C0A0-1721-7EEE-61A1-C2E52AFE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457BA-CB75-32A2-F207-7FAE93836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E1F-929B-FF47-A339-6C8BA71F786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01401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CFE4DA-A837-D5DA-FA9F-F2C2D4013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A023A-E087-848F-8EF3-71DF596F5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DEC07-9B78-A4FA-1631-AAE87DB4D5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FC88A-D487-3E4E-9C79-0E3F482595DA}" type="datetimeFigureOut">
              <a:rPr lang="en-BR" smtClean="0"/>
              <a:t>01/06/23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9B271-A34A-182F-945E-AD024F41E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15AB5-3377-8B87-F0DF-2BC605719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0CE1F-929B-FF47-A339-6C8BA71F786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19020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05B11A-E4AC-18E3-23C1-FA3C6CC9F712}"/>
              </a:ext>
            </a:extLst>
          </p:cNvPr>
          <p:cNvSpPr/>
          <p:nvPr/>
        </p:nvSpPr>
        <p:spPr>
          <a:xfrm>
            <a:off x="418641" y="1244906"/>
            <a:ext cx="1850834" cy="34372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E24BC4-157D-ACA7-B9C1-A4D3A5FBBC8E}"/>
              </a:ext>
            </a:extLst>
          </p:cNvPr>
          <p:cNvSpPr txBox="1"/>
          <p:nvPr/>
        </p:nvSpPr>
        <p:spPr>
          <a:xfrm>
            <a:off x="418641" y="4770304"/>
            <a:ext cx="1850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1400" dirty="0"/>
              <a:t>Home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3F83ACD-DF2D-BB9B-DE99-8ED6985E6E16}"/>
              </a:ext>
            </a:extLst>
          </p:cNvPr>
          <p:cNvSpPr/>
          <p:nvPr/>
        </p:nvSpPr>
        <p:spPr>
          <a:xfrm>
            <a:off x="490250" y="4015648"/>
            <a:ext cx="1707615" cy="5150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New Flashcard Group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5652A6-DE2E-35B9-9847-E77C9CA56D68}"/>
              </a:ext>
            </a:extLst>
          </p:cNvPr>
          <p:cNvSpPr/>
          <p:nvPr/>
        </p:nvSpPr>
        <p:spPr>
          <a:xfrm>
            <a:off x="2487975" y="1244906"/>
            <a:ext cx="1850834" cy="34372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21D920-2EF0-336E-E2BA-542AF3ACEBEB}"/>
              </a:ext>
            </a:extLst>
          </p:cNvPr>
          <p:cNvSpPr txBox="1"/>
          <p:nvPr/>
        </p:nvSpPr>
        <p:spPr>
          <a:xfrm>
            <a:off x="2487975" y="4770304"/>
            <a:ext cx="1850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1400" dirty="0"/>
              <a:t>New Flashcard Group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15E78B6-16E1-53FB-DBA8-4E46A0A91367}"/>
              </a:ext>
            </a:extLst>
          </p:cNvPr>
          <p:cNvSpPr/>
          <p:nvPr/>
        </p:nvSpPr>
        <p:spPr>
          <a:xfrm>
            <a:off x="2559584" y="4015648"/>
            <a:ext cx="1707615" cy="5150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/>
              <a:t>Create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9CFF95-3A5F-C0A5-8EA2-7478D69DE8BB}"/>
              </a:ext>
            </a:extLst>
          </p:cNvPr>
          <p:cNvSpPr txBox="1"/>
          <p:nvPr/>
        </p:nvSpPr>
        <p:spPr>
          <a:xfrm>
            <a:off x="2559583" y="1377242"/>
            <a:ext cx="1707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1400" dirty="0"/>
              <a:t>Name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BA9D5F-CD74-91DD-8B81-60EB588E19E6}"/>
              </a:ext>
            </a:extLst>
          </p:cNvPr>
          <p:cNvSpPr/>
          <p:nvPr/>
        </p:nvSpPr>
        <p:spPr>
          <a:xfrm>
            <a:off x="2559584" y="1713390"/>
            <a:ext cx="1707615" cy="3221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solidFill>
                <a:schemeClr val="l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EA80E5-0E79-B368-60D7-85174DB435C2}"/>
              </a:ext>
            </a:extLst>
          </p:cNvPr>
          <p:cNvSpPr/>
          <p:nvPr/>
        </p:nvSpPr>
        <p:spPr>
          <a:xfrm>
            <a:off x="4557309" y="1244906"/>
            <a:ext cx="1850834" cy="34372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25F84F-D472-86DF-6E1E-B4D9E29F148D}"/>
              </a:ext>
            </a:extLst>
          </p:cNvPr>
          <p:cNvSpPr txBox="1"/>
          <p:nvPr/>
        </p:nvSpPr>
        <p:spPr>
          <a:xfrm>
            <a:off x="4557309" y="4770304"/>
            <a:ext cx="1850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1400" dirty="0"/>
              <a:t>Flashcard Group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E2C080A-3038-5589-6BEE-14A8406368E1}"/>
              </a:ext>
            </a:extLst>
          </p:cNvPr>
          <p:cNvSpPr/>
          <p:nvPr/>
        </p:nvSpPr>
        <p:spPr>
          <a:xfrm>
            <a:off x="4628918" y="4015648"/>
            <a:ext cx="1707615" cy="5150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New Flashcard Item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B6929E-3042-99A2-BACD-9860304E39B4}"/>
              </a:ext>
            </a:extLst>
          </p:cNvPr>
          <p:cNvSpPr txBox="1"/>
          <p:nvPr/>
        </p:nvSpPr>
        <p:spPr>
          <a:xfrm>
            <a:off x="4628917" y="1377242"/>
            <a:ext cx="17076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1400" dirty="0"/>
              <a:t>Zelda 2023</a:t>
            </a:r>
            <a:endParaRPr lang="en-BR" sz="1400" u="sng" dirty="0">
              <a:solidFill>
                <a:schemeClr val="accent1"/>
              </a:solidFill>
            </a:endParaRPr>
          </a:p>
          <a:p>
            <a:endParaRPr lang="en-BR" sz="1400" dirty="0"/>
          </a:p>
          <a:p>
            <a:r>
              <a:rPr lang="en-BR" sz="1400" dirty="0"/>
              <a:t>0 flashcards.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0A8D98-D9F8-9C1B-5BB1-AFF2D16DCA9D}"/>
              </a:ext>
            </a:extLst>
          </p:cNvPr>
          <p:cNvSpPr/>
          <p:nvPr/>
        </p:nvSpPr>
        <p:spPr>
          <a:xfrm>
            <a:off x="6626643" y="1244906"/>
            <a:ext cx="1850834" cy="34372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FC48D1-ACB4-EFBF-DE7C-18E4475E2560}"/>
              </a:ext>
            </a:extLst>
          </p:cNvPr>
          <p:cNvSpPr txBox="1"/>
          <p:nvPr/>
        </p:nvSpPr>
        <p:spPr>
          <a:xfrm>
            <a:off x="6626643" y="4770304"/>
            <a:ext cx="1850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1400" dirty="0"/>
              <a:t>New Flashcard Item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BEAD142-22D5-ECAC-2391-649A9A328966}"/>
              </a:ext>
            </a:extLst>
          </p:cNvPr>
          <p:cNvSpPr/>
          <p:nvPr/>
        </p:nvSpPr>
        <p:spPr>
          <a:xfrm>
            <a:off x="6698252" y="4015648"/>
            <a:ext cx="1707615" cy="5150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Create and Finish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E11A56-7F60-4764-5A33-9F348427F2A9}"/>
              </a:ext>
            </a:extLst>
          </p:cNvPr>
          <p:cNvSpPr txBox="1"/>
          <p:nvPr/>
        </p:nvSpPr>
        <p:spPr>
          <a:xfrm>
            <a:off x="6698251" y="1377242"/>
            <a:ext cx="1707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1400" dirty="0"/>
              <a:t>Front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340CFA-EE31-F194-933A-4C4C196B9CB5}"/>
              </a:ext>
            </a:extLst>
          </p:cNvPr>
          <p:cNvSpPr/>
          <p:nvPr/>
        </p:nvSpPr>
        <p:spPr>
          <a:xfrm>
            <a:off x="6698252" y="1713390"/>
            <a:ext cx="1707615" cy="3221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solidFill>
                <a:schemeClr val="lt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8539E9-4626-519B-EF97-7C00CA040CC3}"/>
              </a:ext>
            </a:extLst>
          </p:cNvPr>
          <p:cNvSpPr txBox="1"/>
          <p:nvPr/>
        </p:nvSpPr>
        <p:spPr>
          <a:xfrm>
            <a:off x="6698251" y="2118126"/>
            <a:ext cx="1707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1400" dirty="0"/>
              <a:t>Back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C09D36-5FDC-F39D-ACEA-8AD53135F772}"/>
              </a:ext>
            </a:extLst>
          </p:cNvPr>
          <p:cNvSpPr/>
          <p:nvPr/>
        </p:nvSpPr>
        <p:spPr>
          <a:xfrm>
            <a:off x="6698252" y="2454274"/>
            <a:ext cx="1707615" cy="3221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solidFill>
                <a:schemeClr val="lt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28810A-C4ED-B5DD-6F01-4536CF3ED2D8}"/>
              </a:ext>
            </a:extLst>
          </p:cNvPr>
          <p:cNvSpPr/>
          <p:nvPr/>
        </p:nvSpPr>
        <p:spPr>
          <a:xfrm>
            <a:off x="8695977" y="1244906"/>
            <a:ext cx="1850834" cy="34372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38B43F-5C68-2826-D06E-C3B6D6427FA0}"/>
              </a:ext>
            </a:extLst>
          </p:cNvPr>
          <p:cNvSpPr txBox="1"/>
          <p:nvPr/>
        </p:nvSpPr>
        <p:spPr>
          <a:xfrm>
            <a:off x="8695977" y="4770304"/>
            <a:ext cx="1850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1400" dirty="0"/>
              <a:t>Flashcard Group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B6D8FC3-D75C-968B-7D81-05F7B725C168}"/>
              </a:ext>
            </a:extLst>
          </p:cNvPr>
          <p:cNvSpPr/>
          <p:nvPr/>
        </p:nvSpPr>
        <p:spPr>
          <a:xfrm>
            <a:off x="8767586" y="4015648"/>
            <a:ext cx="1707615" cy="5150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New Flashcard Item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D56EED-B5AD-483F-B059-69D6D5A385C9}"/>
              </a:ext>
            </a:extLst>
          </p:cNvPr>
          <p:cNvSpPr txBox="1"/>
          <p:nvPr/>
        </p:nvSpPr>
        <p:spPr>
          <a:xfrm>
            <a:off x="8767585" y="1377242"/>
            <a:ext cx="170761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1400" dirty="0"/>
              <a:t>Zelda 2023</a:t>
            </a:r>
          </a:p>
          <a:p>
            <a:endParaRPr lang="en-BR" sz="1400" dirty="0"/>
          </a:p>
          <a:p>
            <a:r>
              <a:rPr lang="en-BR" sz="1400" dirty="0"/>
              <a:t>1 flashcard</a:t>
            </a:r>
          </a:p>
          <a:p>
            <a:endParaRPr lang="en-BR" sz="1400" dirty="0"/>
          </a:p>
          <a:p>
            <a:r>
              <a:rPr lang="en-BR" sz="1400" dirty="0"/>
              <a:t>Red [DELETE]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319A94F-6B31-29BF-50E5-E4AA66C77742}"/>
              </a:ext>
            </a:extLst>
          </p:cNvPr>
          <p:cNvSpPr/>
          <p:nvPr/>
        </p:nvSpPr>
        <p:spPr>
          <a:xfrm>
            <a:off x="8767584" y="3412474"/>
            <a:ext cx="1707615" cy="5150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Study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040063C-72BE-B2EB-9E0A-E61575FC4923}"/>
              </a:ext>
            </a:extLst>
          </p:cNvPr>
          <p:cNvSpPr/>
          <p:nvPr/>
        </p:nvSpPr>
        <p:spPr>
          <a:xfrm>
            <a:off x="4628917" y="3412473"/>
            <a:ext cx="1707615" cy="51503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Study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EA4C3B1-D6CC-857D-200B-C58DC03635F3}"/>
              </a:ext>
            </a:extLst>
          </p:cNvPr>
          <p:cNvSpPr/>
          <p:nvPr/>
        </p:nvSpPr>
        <p:spPr>
          <a:xfrm>
            <a:off x="6698250" y="3429000"/>
            <a:ext cx="1707615" cy="5150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Create and Next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75726-3DF3-FC22-76D9-CEF0E5955091}"/>
              </a:ext>
            </a:extLst>
          </p:cNvPr>
          <p:cNvSpPr txBox="1"/>
          <p:nvPr/>
        </p:nvSpPr>
        <p:spPr>
          <a:xfrm>
            <a:off x="418641" y="641332"/>
            <a:ext cx="2332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dirty="0"/>
              <a:t>Create Group and Card</a:t>
            </a:r>
          </a:p>
        </p:txBody>
      </p:sp>
    </p:spTree>
    <p:extLst>
      <p:ext uri="{BB962C8B-B14F-4D97-AF65-F5344CB8AC3E}">
        <p14:creationId xmlns:p14="http://schemas.microsoft.com/office/powerpoint/2010/main" val="3933328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5652A6-DE2E-35B9-9847-E77C9CA56D68}"/>
              </a:ext>
            </a:extLst>
          </p:cNvPr>
          <p:cNvSpPr/>
          <p:nvPr/>
        </p:nvSpPr>
        <p:spPr>
          <a:xfrm>
            <a:off x="2487975" y="1244906"/>
            <a:ext cx="1850834" cy="34372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21D920-2EF0-336E-E2BA-542AF3ACEBEB}"/>
              </a:ext>
            </a:extLst>
          </p:cNvPr>
          <p:cNvSpPr txBox="1"/>
          <p:nvPr/>
        </p:nvSpPr>
        <p:spPr>
          <a:xfrm>
            <a:off x="2487975" y="4770304"/>
            <a:ext cx="1850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1400" dirty="0"/>
              <a:t>Study Front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15E78B6-16E1-53FB-DBA8-4E46A0A91367}"/>
              </a:ext>
            </a:extLst>
          </p:cNvPr>
          <p:cNvSpPr/>
          <p:nvPr/>
        </p:nvSpPr>
        <p:spPr>
          <a:xfrm>
            <a:off x="2559584" y="4015648"/>
            <a:ext cx="1707615" cy="5150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I Know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9CFF95-3A5F-C0A5-8EA2-7478D69DE8BB}"/>
              </a:ext>
            </a:extLst>
          </p:cNvPr>
          <p:cNvSpPr txBox="1"/>
          <p:nvPr/>
        </p:nvSpPr>
        <p:spPr>
          <a:xfrm>
            <a:off x="2559583" y="2239016"/>
            <a:ext cx="1707615" cy="954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BR" sz="2000" dirty="0"/>
              <a:t>Red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EA80E5-0E79-B368-60D7-85174DB435C2}"/>
              </a:ext>
            </a:extLst>
          </p:cNvPr>
          <p:cNvSpPr/>
          <p:nvPr/>
        </p:nvSpPr>
        <p:spPr>
          <a:xfrm>
            <a:off x="4557309" y="1244906"/>
            <a:ext cx="1850834" cy="34372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25F84F-D472-86DF-6E1E-B4D9E29F148D}"/>
              </a:ext>
            </a:extLst>
          </p:cNvPr>
          <p:cNvSpPr txBox="1"/>
          <p:nvPr/>
        </p:nvSpPr>
        <p:spPr>
          <a:xfrm>
            <a:off x="4557309" y="4770304"/>
            <a:ext cx="1850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1400" dirty="0"/>
              <a:t>Study Back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E2C080A-3038-5589-6BEE-14A8406368E1}"/>
              </a:ext>
            </a:extLst>
          </p:cNvPr>
          <p:cNvSpPr/>
          <p:nvPr/>
        </p:nvSpPr>
        <p:spPr>
          <a:xfrm>
            <a:off x="4628918" y="4015648"/>
            <a:ext cx="1707615" cy="5150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Next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B6929E-3042-99A2-BACD-9860304E39B4}"/>
              </a:ext>
            </a:extLst>
          </p:cNvPr>
          <p:cNvSpPr txBox="1"/>
          <p:nvPr/>
        </p:nvSpPr>
        <p:spPr>
          <a:xfrm>
            <a:off x="4628917" y="1377242"/>
            <a:ext cx="17076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1400" dirty="0"/>
              <a:t>Zelda 2023</a:t>
            </a:r>
          </a:p>
          <a:p>
            <a:endParaRPr lang="en-BR" sz="1400" dirty="0"/>
          </a:p>
          <a:p>
            <a:r>
              <a:rPr lang="en-BR" sz="1400" dirty="0"/>
              <a:t>Flashcard 1/4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28810A-C4ED-B5DD-6F01-4536CF3ED2D8}"/>
              </a:ext>
            </a:extLst>
          </p:cNvPr>
          <p:cNvSpPr/>
          <p:nvPr/>
        </p:nvSpPr>
        <p:spPr>
          <a:xfrm>
            <a:off x="8695977" y="1244906"/>
            <a:ext cx="1850834" cy="34372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38B43F-5C68-2826-D06E-C3B6D6427FA0}"/>
              </a:ext>
            </a:extLst>
          </p:cNvPr>
          <p:cNvSpPr txBox="1"/>
          <p:nvPr/>
        </p:nvSpPr>
        <p:spPr>
          <a:xfrm>
            <a:off x="8695977" y="4770304"/>
            <a:ext cx="1850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1400" dirty="0"/>
              <a:t>Flashcard Resultos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B6D8FC3-D75C-968B-7D81-05F7B725C168}"/>
              </a:ext>
            </a:extLst>
          </p:cNvPr>
          <p:cNvSpPr/>
          <p:nvPr/>
        </p:nvSpPr>
        <p:spPr>
          <a:xfrm>
            <a:off x="8767586" y="4015648"/>
            <a:ext cx="1707615" cy="5150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Flashcard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D56EED-B5AD-483F-B059-69D6D5A385C9}"/>
              </a:ext>
            </a:extLst>
          </p:cNvPr>
          <p:cNvSpPr txBox="1"/>
          <p:nvPr/>
        </p:nvSpPr>
        <p:spPr>
          <a:xfrm>
            <a:off x="8767585" y="1377242"/>
            <a:ext cx="17076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1400" dirty="0"/>
              <a:t>Zelda 2023</a:t>
            </a:r>
          </a:p>
          <a:p>
            <a:endParaRPr lang="en-BR" sz="1400" dirty="0"/>
          </a:p>
          <a:p>
            <a:r>
              <a:rPr lang="en-BR" sz="1400" dirty="0"/>
              <a:t>4 flashcards</a:t>
            </a:r>
          </a:p>
          <a:p>
            <a:endParaRPr lang="en-BR" sz="1400" dirty="0"/>
          </a:p>
          <a:p>
            <a:r>
              <a:rPr lang="en-BR" sz="1400" dirty="0"/>
              <a:t>3 corrects (75%)</a:t>
            </a:r>
          </a:p>
          <a:p>
            <a:r>
              <a:rPr lang="en-BR" sz="1400" dirty="0"/>
              <a:t>1 wrong (25%)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319A94F-6B31-29BF-50E5-E4AA66C77742}"/>
              </a:ext>
            </a:extLst>
          </p:cNvPr>
          <p:cNvSpPr/>
          <p:nvPr/>
        </p:nvSpPr>
        <p:spPr>
          <a:xfrm>
            <a:off x="8767584" y="3412474"/>
            <a:ext cx="1707615" cy="5150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Study Again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57DA10-C19D-1E2A-D736-378E5DCFEA3B}"/>
              </a:ext>
            </a:extLst>
          </p:cNvPr>
          <p:cNvSpPr/>
          <p:nvPr/>
        </p:nvSpPr>
        <p:spPr>
          <a:xfrm>
            <a:off x="418641" y="1244906"/>
            <a:ext cx="1850834" cy="34372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7ABA6-B73B-AB55-F492-31A942DE95B6}"/>
              </a:ext>
            </a:extLst>
          </p:cNvPr>
          <p:cNvSpPr txBox="1"/>
          <p:nvPr/>
        </p:nvSpPr>
        <p:spPr>
          <a:xfrm>
            <a:off x="418641" y="4770304"/>
            <a:ext cx="1850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1400" dirty="0"/>
              <a:t>Flashcard Group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CD8F00F-58AE-C128-7E98-2B48FD88054C}"/>
              </a:ext>
            </a:extLst>
          </p:cNvPr>
          <p:cNvSpPr/>
          <p:nvPr/>
        </p:nvSpPr>
        <p:spPr>
          <a:xfrm>
            <a:off x="490250" y="4015648"/>
            <a:ext cx="1707615" cy="5150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New Flashcard Item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F077D6-35C6-E657-BE4D-116C044D1145}"/>
              </a:ext>
            </a:extLst>
          </p:cNvPr>
          <p:cNvSpPr txBox="1"/>
          <p:nvPr/>
        </p:nvSpPr>
        <p:spPr>
          <a:xfrm>
            <a:off x="490249" y="1377242"/>
            <a:ext cx="17076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1400" dirty="0"/>
              <a:t>Zelda 2023</a:t>
            </a:r>
          </a:p>
          <a:p>
            <a:endParaRPr lang="en-BR" sz="1400" dirty="0"/>
          </a:p>
          <a:p>
            <a:r>
              <a:rPr lang="en-BR" sz="1400" dirty="0"/>
              <a:t>1 flashcard</a:t>
            </a:r>
          </a:p>
          <a:p>
            <a:endParaRPr lang="en-BR" sz="1400" dirty="0"/>
          </a:p>
          <a:p>
            <a:r>
              <a:rPr lang="en-BR" sz="1400" dirty="0"/>
              <a:t>Red [DELETE]</a:t>
            </a:r>
          </a:p>
          <a:p>
            <a:r>
              <a:rPr lang="en-BR" sz="1400" dirty="0"/>
              <a:t>Blue [DELETE]</a:t>
            </a:r>
          </a:p>
          <a:p>
            <a:r>
              <a:rPr lang="en-BR" sz="1400" dirty="0"/>
              <a:t>Yellow [DELETE]</a:t>
            </a:r>
          </a:p>
          <a:p>
            <a:r>
              <a:rPr lang="en-BR" sz="1400" dirty="0"/>
              <a:t>Green [DELETE]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C185720-8085-DEC4-920F-605768D5B4DB}"/>
              </a:ext>
            </a:extLst>
          </p:cNvPr>
          <p:cNvSpPr/>
          <p:nvPr/>
        </p:nvSpPr>
        <p:spPr>
          <a:xfrm>
            <a:off x="490248" y="3412474"/>
            <a:ext cx="1707615" cy="5150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Study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ADB869-47C5-0DF3-9910-5E870DCDA90E}"/>
              </a:ext>
            </a:extLst>
          </p:cNvPr>
          <p:cNvSpPr txBox="1"/>
          <p:nvPr/>
        </p:nvSpPr>
        <p:spPr>
          <a:xfrm>
            <a:off x="2559582" y="1377241"/>
            <a:ext cx="17076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1400" dirty="0"/>
              <a:t>Zelda 2023</a:t>
            </a:r>
          </a:p>
          <a:p>
            <a:endParaRPr lang="en-BR" sz="1400" dirty="0"/>
          </a:p>
          <a:p>
            <a:r>
              <a:rPr lang="en-BR" sz="1400" dirty="0"/>
              <a:t>Flashcard 1/4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1A244F8-6CB3-6638-99AD-B0DF5762124C}"/>
              </a:ext>
            </a:extLst>
          </p:cNvPr>
          <p:cNvSpPr/>
          <p:nvPr/>
        </p:nvSpPr>
        <p:spPr>
          <a:xfrm>
            <a:off x="2559582" y="3412473"/>
            <a:ext cx="1707615" cy="5150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I Don’t Know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A2D849-C0DC-1973-8998-E1C2923C1CFD}"/>
              </a:ext>
            </a:extLst>
          </p:cNvPr>
          <p:cNvSpPr txBox="1"/>
          <p:nvPr/>
        </p:nvSpPr>
        <p:spPr>
          <a:xfrm>
            <a:off x="4628917" y="2272014"/>
            <a:ext cx="1707615" cy="954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BR" sz="2000" dirty="0"/>
              <a:t>Vermelho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E37DCE-A8A4-DE87-28FF-106869A7A890}"/>
              </a:ext>
            </a:extLst>
          </p:cNvPr>
          <p:cNvSpPr/>
          <p:nvPr/>
        </p:nvSpPr>
        <p:spPr>
          <a:xfrm>
            <a:off x="6611787" y="1244906"/>
            <a:ext cx="1850834" cy="34372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06879C-ACDB-0ECB-589E-AF93AB15D6F5}"/>
              </a:ext>
            </a:extLst>
          </p:cNvPr>
          <p:cNvSpPr txBox="1"/>
          <p:nvPr/>
        </p:nvSpPr>
        <p:spPr>
          <a:xfrm>
            <a:off x="6611787" y="4770304"/>
            <a:ext cx="1850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1400" dirty="0"/>
              <a:t>Study Back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A020E46-E0BC-42F6-48DD-59C24559FA73}"/>
              </a:ext>
            </a:extLst>
          </p:cNvPr>
          <p:cNvSpPr/>
          <p:nvPr/>
        </p:nvSpPr>
        <p:spPr>
          <a:xfrm>
            <a:off x="6683396" y="4015648"/>
            <a:ext cx="1707615" cy="5150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Results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56A919-27C5-4637-FFD2-AAC75616453F}"/>
              </a:ext>
            </a:extLst>
          </p:cNvPr>
          <p:cNvSpPr txBox="1"/>
          <p:nvPr/>
        </p:nvSpPr>
        <p:spPr>
          <a:xfrm>
            <a:off x="6683395" y="1377242"/>
            <a:ext cx="17076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1400" dirty="0"/>
              <a:t>Zelda 2023</a:t>
            </a:r>
          </a:p>
          <a:p>
            <a:endParaRPr lang="en-BR" sz="1400" dirty="0"/>
          </a:p>
          <a:p>
            <a:r>
              <a:rPr lang="en-BR" sz="1400" dirty="0"/>
              <a:t>Flashcard 4/4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7FAC87-5701-D417-2B8B-270045110142}"/>
              </a:ext>
            </a:extLst>
          </p:cNvPr>
          <p:cNvSpPr txBox="1"/>
          <p:nvPr/>
        </p:nvSpPr>
        <p:spPr>
          <a:xfrm>
            <a:off x="6683395" y="2272014"/>
            <a:ext cx="1707615" cy="954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BR" sz="2000" dirty="0"/>
              <a:t>Verde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B126A-2ECE-A1E9-E6FC-10B6177E33FE}"/>
              </a:ext>
            </a:extLst>
          </p:cNvPr>
          <p:cNvSpPr txBox="1"/>
          <p:nvPr/>
        </p:nvSpPr>
        <p:spPr>
          <a:xfrm>
            <a:off x="418641" y="641332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dirty="0"/>
              <a:t>Study</a:t>
            </a:r>
          </a:p>
        </p:txBody>
      </p:sp>
    </p:spTree>
    <p:extLst>
      <p:ext uri="{BB962C8B-B14F-4D97-AF65-F5344CB8AC3E}">
        <p14:creationId xmlns:p14="http://schemas.microsoft.com/office/powerpoint/2010/main" val="1259610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123</Words>
  <Application>Microsoft Macintosh PowerPoint</Application>
  <PresentationFormat>Widescreen</PresentationFormat>
  <Paragraphs>65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 Luis Zambelli Pereira Da Silva</dc:creator>
  <cp:lastModifiedBy>Andre Luis Zambelli Pereira Da Silva</cp:lastModifiedBy>
  <cp:revision>5</cp:revision>
  <dcterms:created xsi:type="dcterms:W3CDTF">2023-05-31T19:15:27Z</dcterms:created>
  <dcterms:modified xsi:type="dcterms:W3CDTF">2023-06-01T20:27:11Z</dcterms:modified>
</cp:coreProperties>
</file>